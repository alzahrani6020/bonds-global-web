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خطة 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شركة إحياء الأصول غير المكتملة العقارية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المستشار المالي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د. طلال بن حسن الزهراني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  <a:p>
            <a:pPr algn="ctr">
              <a:defRPr sz="1200" b="0">
                <a:solidFill>
                  <a:srgbClr val="D4A853"/>
                </a:solidFill>
                <a:latin typeface="Arial"/>
              </a:defRPr>
            </a:pPr>
            <a:r>
              <a:t>info@bonds-global.com</a:t>
            </a:r>
          </a:p>
        </p:txBody>
      </p:sp>
      <p:pic>
        <p:nvPicPr>
          <p:cNvPr id="7" name="Picture 6" descr="bonds-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7607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www.bonds-global.com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ملخص تنفيذي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نموذج استثماري فريد لإحياء العقارات غير المكتملة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شراكات محاصة مع المالكين دون شراء أراضٍ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تمويل ذاتي من المساهمين المؤسسين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الالتزام بالكود السعودي والتأمين الشامل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عائد داخلي متوقع 19% - 20%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المشكلة والفرصة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03366"/>
                </a:solidFill>
                <a:latin typeface="Arial"/>
              </a:defRPr>
            </a:pPr>
            <a:r>
              <a:t>المشكلة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آلاف العقارات غير المكتملة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نقص السيولة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صعوبة الوصول للمقاولين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03366"/>
                </a:solidFill>
                <a:latin typeface="Arial"/>
              </a:defRPr>
            </a:pPr>
            <a:r>
              <a:t>الفرصة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رؤية 2030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الطلب يفوق العرض</a:t>
            </a:r>
          </a:p>
          <a:p>
            <a:pPr algn="r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عوائد إيجارية مرتفعة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الحل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البحث عن العقارات غير المكتملة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التقييم الهندسي والقانوني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عقد محاصة واضح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التشطيب بأعلى معايير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التسويق والبيع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توزيع الأرباح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المؤشرات المالية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رأس المال المصرح: 200 مليون ريال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الاستثمار المستهدف: 226 مليون ريال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الاستثمار المبدئي: 25 مليون ريال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IRR: 19% - 20%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عائد الخروج: 2.5x - 4x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نموذج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المحاصة الكاملة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الشراء الجزئي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رسوم الإدارة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النموذج المختلط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خطة التنفيذ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السنة 1-2: إثبات النموذج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السنة 3-5: النمو والتكرار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السنة 5-7: الخروج الاستراتيجي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D4A853"/>
                </a:solidFill>
                <a:latin typeface="Arial"/>
              </a:defRPr>
            </a:pPr>
            <a:r>
              <a:t>إدارة المخاطر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تأمين شامل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فحص هندسي وقانوني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عقود واضحة مع تحكيم ملزم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كفالات بنكية</a:t>
            </a:r>
          </a:p>
          <a:p>
            <a:pPr algn="r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احتياطي مخاطر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المستشار المالي | د. طلال بن حسن الزهراني | +966 56 756 6616 | info@bonds-global.com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كن شريكاً في النجاح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شركة إحياء الأصول غير المكتملة العقارية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المستشار المالي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د. طلال بن حسن الزهراني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  <a:p>
            <a:pPr algn="ctr">
              <a:defRPr sz="1200" b="0">
                <a:solidFill>
                  <a:srgbClr val="D4A853"/>
                </a:solidFill>
                <a:latin typeface="Arial"/>
              </a:defRPr>
            </a:pPr>
            <a:r>
              <a:t>info@bonds-global.com</a:t>
            </a:r>
          </a:p>
        </p:txBody>
      </p:sp>
      <p:pic>
        <p:nvPicPr>
          <p:cNvPr id="7" name="Picture 6" descr="bonds-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7607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www.bonds-global.com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