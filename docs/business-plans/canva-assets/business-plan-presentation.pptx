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7432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خطة 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شركة إحياء الأصول غير المكتملة العقارية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المستشار المالي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د. طلال بن حسن الزهراني</a:t>
            </a:r>
          </a:p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ملخص تنفيذي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نموذج استثماري فريد لإحياء العقارات غير المكتملة في المملكة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شراكات محاصة مع المالكين دون شراء أراضٍ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تمويل ذاتي من المساهمين المؤسسين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الالتزام بالكود السعودي والتأمين الشامل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عائد داخلي متوقع 19% - 20% على أفق 10 سنوات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المشكلة والفرصة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3366"/>
                </a:solidFill>
                <a:latin typeface="Arial"/>
              </a:defRPr>
            </a:pPr>
            <a:r>
              <a:t>المشكلة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آلاف العقارات غير المكتملة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نقص السيولة لدى المالكين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صعوبة الوصول للمقاولين الموثوقين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تعقيد الإجراءات القانونية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3366"/>
                </a:solidFill>
                <a:latin typeface="Arial"/>
              </a:defRPr>
            </a:pPr>
            <a:r>
              <a:t>الفرصة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رؤية 2030 ونمو القطاع العقاري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الطلب يفوق العرض في المدن الرئيسية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عوائد إيجارية مرتفعة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نموذج محاصة مرن ومربح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الحل: نموذج 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نبحث عن العقارات غير المكتملة في المواقع المستهدفة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نقيّم العقار هندسياً وقانونياً ومالياً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نُبرم عقد محاصة واضح مع المالك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نُنجز التشطيب وفق أعلى معايير الجودة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نُسوّق الوحدات ونبيعها بأسعار السوق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نوزع الأرباح بين الشركة والمالك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مؤشرات السوق العقاري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عائد إيجاري في الرياض: 8.89%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عائد إيجاري في جدة: 7.89%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نمو الصفقات العقارية (2025): +14.2%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حجم التمويل العقاري: 730 مليار ريال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فجوة السعر الفعلي/الطلب: 6%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علاوة البناء الجديد: +25%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المناطق المستهدفة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3366"/>
                </a:solidFill>
                <a:latin typeface="Arial"/>
              </a:defRPr>
            </a:pPr>
            <a:r>
              <a:t>الرياض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الشمال الفاخر: العقيق، حطين، الملقا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الشمال الشرقي: المونسية، الرمال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الياسمين، النرجس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عوائد إيجارية مرتفعة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3366"/>
                </a:solidFill>
                <a:latin typeface="Arial"/>
              </a:defRPr>
            </a:pPr>
            <a:r>
              <a:t>جدة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الساحل الشمالي: أبحر، الصواري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الوسط الحيوي: الحمراء، النعيم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الزهراء، السلامة</a:t>
            </a:r>
          </a:p>
          <a:p>
            <a:pPr algn="r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طلب سكني وتجاري مستمر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نماذج الشراكة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المحاصة الكاملة: نتولى التشطيب والتسويق مقابل نسبة من الأرباح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الشراء الجزئي: نشتري جزءاً من الوحدات بعد التشطيب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رسوم الإدارة: رسوم ثابتة مقابل التشطيب والتسويق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النموذج المختلط: مزيج من المحاصة والشراء ورسوم الإدارة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المؤشرات المالية الرئيسية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رأس المال المصرح: 200 مليون ريال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إجمالي الاستثمار المستهدف: 226 مليون ريال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الاستثمار المبدئي: 25 مليون ريال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IRR المتوقع: 19% - 20%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مضاعفة رأس المال عند الخروج: 2.5x - 4x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فترة الاسترداد: 5.5 سنة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مصادر الإيرادات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إيرادات المحاصة (نصيب الشركة): 60%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أرباح إعادة البيع والشراء: 25%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رسوم الإدارة والتسويق: 10%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خدمات استشارية وإدارية: 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المراحل الزمنية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السنة 1 - 2: إثبات النموذج (3 - 5 مشاريع)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السنة 3 - 5: النمو والتكرار (6 - 10 مشاريع سنوياً)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السنة 5 - 7: الخروج الاستراتيجي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الخيارات: بيع حصة مسيطرة، طرح جزئي، أو إعادة شراء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إدارة المخاطر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تأمين شامل (CAR، مسؤولية مدنية، عيوب خفية)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فحص هندسي وقانوني قبل التعاقد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عقود واضحة مع شرط تحكيم ملزم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كفالات بنكية من المقاولين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احتياطي مخاطر 10%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تنويع جغرافي وفئات استهداف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الفريق الإداري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الرئيس التنفيذي: الاستراتيجية وعلاقات المستثمرين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المدير التشغيلي: إدارة المشاريع والجودة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المدير المالي: التدفقات النقدية والتقارير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المدير التجاري: التسويق والمبيعات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المدير القانوني: العقود والامتثال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خطة التوظيف: 10 - 15 موظفاً في السنة الأولى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D4A853"/>
                </a:solidFill>
                <a:latin typeface="Arial"/>
              </a:defRPr>
            </a:pPr>
            <a:r>
              <a:t>لماذا نستثمر؟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نموذج فريد لا يتطلب شراء أرض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سوق ضخم من الأصول غير المكتملة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تمويل ذاتي بدون ديون أو صكوك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عوائد جذابة ومخاطر محسوبة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فريق إداري متخصص وشبكة علاقات قوية</a:t>
            </a:r>
          </a:p>
          <a:p>
            <a:pPr algn="r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خيارات خروج واضحة ومرنة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7432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كن شريكاً في النجاح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شركة إحياء الأصول غير المكتملة العقارية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المستشار المالي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د. طلال بن حسن الزهراني</a:t>
            </a:r>
          </a:p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