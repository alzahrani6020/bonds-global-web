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82880"/>
            <a:ext cx="13716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853"/>
                </a:solidFill>
                <a:latin typeface="Arial"/>
              </a:defRPr>
            </a:pPr>
            <a:r>
              <a:t>Business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Arial"/>
              </a:defRPr>
            </a:pPr>
            <a:r>
              <a:t>Real Estate Asset Revitalization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53"/>
                </a:solidFill>
                <a:latin typeface="Arial"/>
              </a:defRPr>
            </a:pPr>
            <a:r>
              <a:t>Financial Advisor</a:t>
            </a:r>
          </a:p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Dr. Talal bin Hassan Al-Zahrani</a:t>
            </a:r>
          </a:p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+966 56 756 6616</a:t>
            </a:r>
          </a:p>
          <a:p>
            <a:pPr algn="ctr">
              <a:defRPr sz="1200" b="0">
                <a:solidFill>
                  <a:srgbClr val="D4A853"/>
                </a:solidFill>
                <a:latin typeface="Arial"/>
              </a:defRPr>
            </a:pPr>
            <a:r>
              <a:t>info@bonds-global.com</a:t>
            </a:r>
          </a:p>
        </p:txBody>
      </p:sp>
      <p:pic>
        <p:nvPicPr>
          <p:cNvPr id="7" name="Picture 6" descr="bonds-qr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5760720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www.bonds-global.com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640080" cy="426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18288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D4A85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Unique investment model for incomplete assets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Partnership agreements without land purchase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Self-funded by founding shareholders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Saudi Building Code and insurance compliance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Expected IRR 19% - 20%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Financial Advisor | Dr. Talal bin Hassan Al-Zahrani | +966 56 756 6616 | info@bonds-global.com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640080" cy="426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18288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D4A853"/>
                </a:solidFill>
                <a:latin typeface="Arial"/>
              </a:defRPr>
            </a:pPr>
            <a:r>
              <a:t>Problem &amp;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Arial"/>
              </a:defRPr>
            </a:pPr>
            <a:r>
              <a:t>Problem</a:t>
            </a:r>
          </a:p>
          <a:p>
            <a:pPr algn="l">
              <a:spcAft>
                <a:spcPts val="600"/>
              </a:spcAft>
              <a:defRPr sz="1500">
                <a:solidFill>
                  <a:srgbClr val="0A0F1A"/>
                </a:solidFill>
                <a:latin typeface="Arial"/>
              </a:defRPr>
            </a:pPr>
            <a:r>
              <a:t>• Thousands of incomplete assets</a:t>
            </a:r>
          </a:p>
          <a:p>
            <a:pPr algn="l">
              <a:spcAft>
                <a:spcPts val="600"/>
              </a:spcAft>
              <a:defRPr sz="1500">
                <a:solidFill>
                  <a:srgbClr val="0A0F1A"/>
                </a:solidFill>
                <a:latin typeface="Arial"/>
              </a:defRPr>
            </a:pPr>
            <a:r>
              <a:t>• Liquidity shortage</a:t>
            </a:r>
          </a:p>
          <a:p>
            <a:pPr algn="l">
              <a:spcAft>
                <a:spcPts val="600"/>
              </a:spcAft>
              <a:defRPr sz="1500">
                <a:solidFill>
                  <a:srgbClr val="0A0F1A"/>
                </a:solidFill>
                <a:latin typeface="Arial"/>
              </a:defRPr>
            </a:pPr>
            <a:r>
              <a:t>• Reliable contractor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Arial"/>
              </a:defRPr>
            </a:pPr>
            <a:r>
              <a:t>Opportunity</a:t>
            </a:r>
          </a:p>
          <a:p>
            <a:pPr algn="l">
              <a:spcAft>
                <a:spcPts val="600"/>
              </a:spcAft>
              <a:defRPr sz="1500">
                <a:solidFill>
                  <a:srgbClr val="0A0F1A"/>
                </a:solidFill>
                <a:latin typeface="Arial"/>
              </a:defRPr>
            </a:pPr>
            <a:r>
              <a:t>• Vision 2030</a:t>
            </a:r>
          </a:p>
          <a:p>
            <a:pPr algn="l">
              <a:spcAft>
                <a:spcPts val="600"/>
              </a:spcAft>
              <a:defRPr sz="1500">
                <a:solidFill>
                  <a:srgbClr val="0A0F1A"/>
                </a:solidFill>
                <a:latin typeface="Arial"/>
              </a:defRPr>
            </a:pPr>
            <a:r>
              <a:t>• Demand exceeds supply</a:t>
            </a:r>
          </a:p>
          <a:p>
            <a:pPr algn="l">
              <a:spcAft>
                <a:spcPts val="600"/>
              </a:spcAft>
              <a:defRPr sz="1500">
                <a:solidFill>
                  <a:srgbClr val="0A0F1A"/>
                </a:solidFill>
                <a:latin typeface="Arial"/>
              </a:defRPr>
            </a:pPr>
            <a:r>
              <a:t>• High rental yields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Financial Advisor | Dr. Talal bin Hassan Al-Zahrani | +966 56 756 6616 | info@bonds-global.com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640080" cy="426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18288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D4A853"/>
                </a:solidFill>
                <a:latin typeface="Arial"/>
              </a:defRPr>
            </a:pPr>
            <a: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Identify incomplete assets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Engineering and legal assessment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Clear partnership contract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High-standard finishing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Marketing and sales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Profit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Financial Advisor | Dr. Talal bin Hassan Al-Zahrani | +966 56 756 6616 | info@bonds-global.com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640080" cy="426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18288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D4A853"/>
                </a:solidFill>
                <a:latin typeface="Arial"/>
              </a:defRPr>
            </a:pPr>
            <a:r>
              <a:t>Financial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Authorized Capital: SAR 200 million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Target Investment: SAR 226 million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Initial Investment: SAR 25 million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IRR: 19% - 20%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Exit Return: 2.5x - 4x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Financial Advisor | Dr. Talal bin Hassan Al-Zahrani | +966 56 756 6616 | info@bonds-global.com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640080" cy="426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18288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D4A853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Full Muhassah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Partial Purchase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Management Fee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Hybrid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Financial Advisor | Dr. Talal bin Hassan Al-Zahrani | +966 56 756 6616 | info@bonds-global.com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640080" cy="426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18288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D4A853"/>
                </a:solidFill>
                <a:latin typeface="Arial"/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Years 1-2: Proof of Concept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Years 3-5: Growth and Replication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Years 5-7: Strategic Exit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Financial Advisor | Dr. Talal bin Hassan Al-Zahrani | +966 56 756 6616 | info@bonds-global.com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640080" cy="426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18288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D4A853"/>
                </a:solidFill>
                <a:latin typeface="Arial"/>
              </a:defRPr>
            </a:pPr>
            <a:r>
              <a:t>Risk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Comprehensive insurance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Engineering and legal inspection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Clear contracts with arbitration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Bank guarantees</a:t>
            </a:r>
          </a:p>
          <a:p>
            <a:pPr algn="l">
              <a:spcAft>
                <a:spcPts val="1000"/>
              </a:spcAft>
              <a:defRPr sz="1800">
                <a:solidFill>
                  <a:srgbClr val="0A0F1A"/>
                </a:solidFill>
                <a:latin typeface="Arial"/>
              </a:defRPr>
            </a:pPr>
            <a:r>
              <a:t>• 10% risk reserve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Financial Advisor | Dr. Talal bin Hassan Al-Zahrani | +966 56 756 6616 | info@bonds-global.com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82880"/>
            <a:ext cx="13716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853"/>
                </a:solidFill>
                <a:latin typeface="Arial"/>
              </a:defRPr>
            </a:pPr>
            <a:r>
              <a:t>Be a Partner in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Arial"/>
              </a:defRPr>
            </a:pPr>
            <a:r>
              <a:t>Real Estate Asset Revitalization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53"/>
                </a:solidFill>
                <a:latin typeface="Arial"/>
              </a:defRPr>
            </a:pPr>
            <a:r>
              <a:t>Financial Advisor</a:t>
            </a:r>
          </a:p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Dr. Talal bin Hassan Al-Zahrani</a:t>
            </a:r>
          </a:p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+966 56 756 6616</a:t>
            </a:r>
          </a:p>
          <a:p>
            <a:pPr algn="ctr">
              <a:defRPr sz="1200" b="0">
                <a:solidFill>
                  <a:srgbClr val="D4A853"/>
                </a:solidFill>
                <a:latin typeface="Arial"/>
              </a:defRPr>
            </a:pPr>
            <a:r>
              <a:t>info@bonds-global.com</a:t>
            </a:r>
          </a:p>
        </p:txBody>
      </p:sp>
      <p:pic>
        <p:nvPicPr>
          <p:cNvPr id="7" name="Picture 6" descr="bonds-qr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5760720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www.bonds-global.com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